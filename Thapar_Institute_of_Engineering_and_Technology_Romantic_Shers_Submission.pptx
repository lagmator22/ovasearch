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lrPoPA8nCbHOSsjEkVldNYA3m0ZxI8St/view?usp=drive_link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lrPoPA8nCbHOSsjEkVldNYA3m0ZxI8St/view?usp=drive_lin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- 1 | Agentic Code Intelligence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Romantic Shers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Thapar Institute of Engineering and Technology, Patiala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Gurman Singh | gsingh16_be24@thapar.edu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Harkamal Singh | hlubana_be24@thapar.edu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Manraj Singh | msingh17_be24@thapar.edu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Dhruv Srivastava | dhruvsri54@gmail.com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github.com/Lagmator22/OvaSearch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Theme 1 | Agentic Code Intelligence.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Given a natural language query, rank code snippets by how relevant they are. Only retrieval is scored, answer generation is out of scope.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Why it is hard: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real codebases have thousands of snippets, far past any LLM context window, and asking an LLM to rank all of them is too slow for the first step of a RAG pipeline.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Screening: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CoIR AppsRetrieval test split through MTEB. 3765 programming problem statements as queries against 8765 Python solutions, scored with NDCG@10 and MRR.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Hands-on round: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P1 | rebuild the index for any version of the code in reasonable time. Bonus | retrieve across versions and handle near-duplicate snippets.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Constraint: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everything runs on CPU. We used no GPU at any point, for the benchmark or the demo.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Where we landed: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NDCG@10 0.514 | MRR@10 0.470 on CPU, about 9x our bge-small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grep / IDE search: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fast and exact, but only works if you already know the identifier name.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BM25 keyword search: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on AppsRetrieval BM25 alone scored 0.015 NDCG@10 in our test, because problem statements and Python solutions share almost no words.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General text embedders: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semantic but trained on prose. bge-small-en-v1.5 scored only 0.056 NDCG@10.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Code embedders differ a lot: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with raw queries we measured jina-embeddings-v2-base-code 0.163, CodeRankEmbed 0.235 and SFR-Embedding-Code-400M_R 0.508. Model choice mattered more than anything else we tried.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Hosted assistant codebase search: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works well, but the index lives in the cloud and is closed, so it does not fit a local, CPU only setting.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Most tools index one snapshot: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when the code changes they rebuild from scratch and cannot tell you how a function looked in older releases.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Gap we target: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local CPU retrieval with a strong code embedder, function level chunks, and an index that is cheap to rebuild per commit and can search across 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prism (our Python package in the OvaSearch repo) has an index path that runs once per git revision and a query path that runs per question. Everything runs on CPU.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29625" y="25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04EA6"/>
                </a:solidFill>
                <a:latin typeface="Calibri"/>
              </a:rPr>
              <a:t>INDEX PATH  (once per git revision)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29625" y="29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Git revision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read with ls-tree +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cat-file, no checkout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809625" y="34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3089625" y="29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Tree-sitter chunker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function | class | method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(Python, JS), 40 line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window fallback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969625" y="34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5249625" y="29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Hash cache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sha1 of chunk text,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reuse vector or embed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7129625" y="34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7409625" y="29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Embed on CPU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SFR-Embedding-Code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400M_R, 1024 dim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9289625" y="34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9569625" y="29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Per revision index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chunk list + shared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vector matrix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9625" y="42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04EA6"/>
                </a:solidFill>
                <a:latin typeface="Calibri"/>
              </a:rPr>
              <a:t>QUERY PATH  (per question)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29625" y="46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Query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natural language or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identifier (res.send)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2809625" y="51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3089625" y="46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Classify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identifier-like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or natural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969625" y="51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5249625" y="46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Dense + BM25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SFR cosine | BM25 with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camelCase split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129625" y="51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7409625" y="46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RRF fusion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k = 60, BM25 weight 2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for identifier queries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9289625" y="5125000"/>
            <a:ext cx="260000" cy="0"/>
          </a:xfrm>
          <a:prstGeom prst="line">
            <a:avLst/>
          </a:prstGeom>
          <a:ln w="19050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9569625" y="4600000"/>
            <a:ext cx="1860000" cy="1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300" b="1">
                <a:solidFill>
                  <a:srgbClr val="14142B"/>
                </a:solidFill>
                <a:latin typeface="Calibri"/>
              </a:rPr>
              <a:t>Top k results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file:start-end, symbol,</a:t>
            </a:r>
          </a:p>
          <a:p>
            <a:pPr algn="ctr"/>
            <a:r>
              <a:rPr sz="1100" b="0">
                <a:solidFill>
                  <a:srgbClr val="63637E"/>
                </a:solidFill>
                <a:latin typeface="Calibri"/>
              </a:rPr>
              <a:t>score, latency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9625" y="5800000"/>
            <a:ext cx="10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3637E"/>
                </a:solidFill>
                <a:latin typeface="Calibri"/>
              </a:rPr>
              <a:t>--all-versions searches every indexed revision and groups near-duplicates (same symbol, cosine 0.95 or more). Benchmark run uses dense only + query cleanup.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Demo video (max 5 min):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https://drive.google.com/file/d/1lrPoPA8nCbHOSsjEkVldNYA3m0ZxI8St/view?usp=drive_link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1. Setup: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Python 3.11 venv, pip install -r requirements.txt (CPU torch), python -m pytest -q runs 17 tests.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2. Index three Express.js releases: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python -m prism index /tmp/express --rev 4.18.2 --rev 4.21.2 --rev v5.1.0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3. Search: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"set the Content-Type header and send a JSON response" returns res.contentType, res.set and res.json in lib/response.js, in 321 ms.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4. P1 rebuild: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4.21.2 reuses 668 of its 910 chunk vectors from 4.18.2, so the rebuild takes 121 s instead of 318 s cold. Re-indexing a revision already indexed takes 0.19 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5. Bonus: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--all-versions "redirect to another url with a status code" returns res.redirect once, listing all three releases (similarity 1.000 and 0.988).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5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6. Benchmark: 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python -m prism.eval.run_apps_eval --model sfr-400m --query-mode no_examples_compact writes appsretrieval_results.json.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Language: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Python 3.11 for prism (the Theme 1 work). C++17 + CMake for the base OvaSearch engine.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Embedding model: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Salesforce SFR-Embedding-Code-400M_R through sentence-transformers on PyTorch CPU. nomic-ai CodeRankEmbed (137M) is supported as a faster, less accurate option.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Chunking: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tree-sitter parsers for Python and JavaScript, 40 line windows for everything else.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Retrieval: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numpy cosine search over normalised vectors, rank_bm25, reciprocal rank fusion.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Versioning: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 ls-tree and cat-file to read any revision, sha1 content hash cache shared across revisions.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Evaluation: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MTEB 2.x with our PrePostPipelineEncoder (AbsEncoder subclass) on AppsRetrieval.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Testing: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pytest, 17 tests. Setup verified in a fresh venv with an empty Hugging Face cache.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6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Base engine: </a:t>
            </a:r>
            <a:r>
              <a:rPr lang="en-US" sz="16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Intel OpenVINO + USearch in C++ for document and image RAG. Not yet wired into prism.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Onboarding on big codebases: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 new developer can ask in plain English and jump straight to the file, line range and symbol.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Retrieval layer for coding agents: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 agent pulls the top 10 function level snippets instead of stuffing the whole repo into its context, so fewer tokens and faster answers.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Code stays on the machine: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indexing and search run on a laptop CPU, which suits teams that cannot send internal code to a cloud service.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Debugging across releases: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search any tag or commit, or all of them at once, to see how a function changed while chasing a regression.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Cheap to keep fresh: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 new commit only embeds the chunks that changed, so re-indexing after each merge in CI is realistic.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Content hash vector cache shared by all revisions, so only changed chunks are embedded, with no git checkout needed.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Version families: one result lists every release that has the function, marked identical or near-duplicate.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Query cleanup for APPS: cut the Examples blocks from problem statements (+0.006 NDCG@10 on two models).</a:t>
            </a:r>
          </a:p>
          <a:p>
            <a:pPr marL="0" indent="0"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Results (CPU only, Apple M2 Pro)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AppsRetrieval: NDCG@10 0.514 | MRR@10 0.470 with SFR-Embedding-Code-400M_R + query cleanup, vs 0.056 | 0.048 for bge-small. A full run from scratch takes 58 min (the submitted run reused cached corpus embeddings).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Express.js: cold index 318 s, next release 121 s (668 of 910 chunks reused), re-index 0.19 s. Query latency about 320 to 410 ms.</a:t>
            </a:r>
          </a:p>
          <a:p>
            <a:pPr marL="0" indent="0"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prism runs on PyTorch CPU. OpenVINO export is not done yet (our CodeRankEmbed trial only matched PyTorch at cosine 0.95 to 0.98).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BM25 fusion hurt on AppsRetrieval, so the benchmark is dense only. No reranker or query expansion yet.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3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AST chunking only for Python and JS. Renamed functions show up as separate families. Brute force search, numbers from one machine.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1. OpenVINO for prism: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export and INT8 quantise the code embedder so queries and indexing get faster on Intel CPUs, then wire prism into the C++ engine.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2. Reranking: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 small cross encoder on the top 50 results, plus query expansion for vague questions.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3. Code cleanup: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measure the comment and blank line stripping modes we already built (--doc-mode) on AppsRetrieval.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4. More languages: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tree-sitter chunking for TypeScript, Java and Go.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5. Structural queries: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 call graph from the AST to answer "which files call tool X before tool Y".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6. Scale: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 ANN index (USearch HNSW) for very large monorepos, and rename-aware tracking of functions across versions.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Every choice is measured: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every completed MTEB run is logged in prism/eval/RESULTS.md, including the ones that did not help, plus an offline BM25 fusion check (fusion dropped NDCG@10 from 0.235 to 0.228, 0.213 and 0.173).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9x the baseline without a GPU: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0.056 to 0.514 NDCG@10 on a laptop CPU.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Real multi-version demo: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three actual Express.js releases, with measured rebuild times and cross-version results, not a toy example.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Git native indexing: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reads any tag or commit straight from git objects, so the working tree is never touched.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Reproducible: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one requirements.txt, fresh venv tested, 17 tests, and the exact command that produces our submitted JSON.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7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Team experience with OpenVINO: 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our team lead is a Google Summer of Code 2026 contributor to Intel's OpenVINO, which is where the CPU inference work goes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Working prototype code, public GitHub repo: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Y | github.com/Lagmator22/OvaSearch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Demo video, max 5 minutes: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 | https://drive.google.com/file/d/1lrPoPA8nCbHOSsjEkVldNYA3m0ZxI8St/view?usp=drive_link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</a:p>
          <a:p>
            <a:pPr marL="228600" indent="-22860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MTEB AppsRetrieval result JSON in a GitHub release: 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Y | github.com/Lagmator22/OvaSearch/releases/tag/PRISM_GENAI_HACKATHON_Y2026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